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68FF2-6801-441A-B777-2A1B2CB6FB1F}" v="169" dt="2025-12-27T15:28:15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l Murugan" userId="eab9623e9598f31d" providerId="LiveId" clId="{4A333819-8705-43A2-AF3B-2E2CCE176FD9}"/>
    <pc:docChg chg="undo redo custSel addSld delSld modSld">
      <pc:chgData name="Arul Murugan" userId="eab9623e9598f31d" providerId="LiveId" clId="{4A333819-8705-43A2-AF3B-2E2CCE176FD9}" dt="2025-12-27T15:27:38.976" v="1703" actId="680"/>
      <pc:docMkLst>
        <pc:docMk/>
      </pc:docMkLst>
      <pc:sldChg chg="addSp delSp modSp mod">
        <pc:chgData name="Arul Murugan" userId="eab9623e9598f31d" providerId="LiveId" clId="{4A333819-8705-43A2-AF3B-2E2CCE176FD9}" dt="2025-12-27T13:46:25.940" v="39" actId="1076"/>
        <pc:sldMkLst>
          <pc:docMk/>
          <pc:sldMk cId="1268421705" sldId="256"/>
        </pc:sldMkLst>
        <pc:spChg chg="mod">
          <ac:chgData name="Arul Murugan" userId="eab9623e9598f31d" providerId="LiveId" clId="{4A333819-8705-43A2-AF3B-2E2CCE176FD9}" dt="2025-12-27T13:43:36.465" v="15" actId="1076"/>
          <ac:spMkLst>
            <pc:docMk/>
            <pc:sldMk cId="1268421705" sldId="256"/>
            <ac:spMk id="2" creationId="{C5CF1F61-B4CB-4F05-9306-BF20302F72BF}"/>
          </ac:spMkLst>
        </pc:spChg>
        <pc:spChg chg="mod">
          <ac:chgData name="Arul Murugan" userId="eab9623e9598f31d" providerId="LiveId" clId="{4A333819-8705-43A2-AF3B-2E2CCE176FD9}" dt="2025-12-27T13:44:12.999" v="18" actId="14100"/>
          <ac:spMkLst>
            <pc:docMk/>
            <pc:sldMk cId="1268421705" sldId="256"/>
            <ac:spMk id="3" creationId="{C235DFBE-4A4F-AC4F-ACD8-770928BD5A7E}"/>
          </ac:spMkLst>
        </pc:spChg>
        <pc:spChg chg="add mod">
          <ac:chgData name="Arul Murugan" userId="eab9623e9598f31d" providerId="LiveId" clId="{4A333819-8705-43A2-AF3B-2E2CCE176FD9}" dt="2025-12-27T13:43:39.132" v="16" actId="1076"/>
          <ac:spMkLst>
            <pc:docMk/>
            <pc:sldMk cId="1268421705" sldId="256"/>
            <ac:spMk id="4" creationId="{23F828FE-67E9-0FC2-C38A-BA144C4CC77B}"/>
          </ac:spMkLst>
        </pc:spChg>
        <pc:spChg chg="add mod">
          <ac:chgData name="Arul Murugan" userId="eab9623e9598f31d" providerId="LiveId" clId="{4A333819-8705-43A2-AF3B-2E2CCE176FD9}" dt="2025-12-27T13:45:32.607" v="30" actId="113"/>
          <ac:spMkLst>
            <pc:docMk/>
            <pc:sldMk cId="1268421705" sldId="256"/>
            <ac:spMk id="5" creationId="{B1A58788-70F9-014D-512F-BA5AAB483BA2}"/>
          </ac:spMkLst>
        </pc:spChg>
        <pc:spChg chg="add del mod">
          <ac:chgData name="Arul Murugan" userId="eab9623e9598f31d" providerId="LiveId" clId="{4A333819-8705-43A2-AF3B-2E2CCE176FD9}" dt="2025-12-27T13:46:25.940" v="39" actId="1076"/>
          <ac:spMkLst>
            <pc:docMk/>
            <pc:sldMk cId="1268421705" sldId="256"/>
            <ac:spMk id="6" creationId="{8B179ADC-822C-1CA0-0477-6E4606BF5B3F}"/>
          </ac:spMkLst>
        </pc:spChg>
      </pc:sldChg>
      <pc:sldChg chg="modSp new mod">
        <pc:chgData name="Arul Murugan" userId="eab9623e9598f31d" providerId="LiveId" clId="{4A333819-8705-43A2-AF3B-2E2CCE176FD9}" dt="2025-12-27T14:09:46.602" v="124" actId="255"/>
        <pc:sldMkLst>
          <pc:docMk/>
          <pc:sldMk cId="804830658" sldId="257"/>
        </pc:sldMkLst>
        <pc:spChg chg="mod">
          <ac:chgData name="Arul Murugan" userId="eab9623e9598f31d" providerId="LiveId" clId="{4A333819-8705-43A2-AF3B-2E2CCE176FD9}" dt="2025-12-27T14:09:46.602" v="124" actId="255"/>
          <ac:spMkLst>
            <pc:docMk/>
            <pc:sldMk cId="804830658" sldId="257"/>
            <ac:spMk id="2" creationId="{5338A669-40E0-A838-BE88-7E98CC60E38F}"/>
          </ac:spMkLst>
        </pc:spChg>
        <pc:spChg chg="mod">
          <ac:chgData name="Arul Murugan" userId="eab9623e9598f31d" providerId="LiveId" clId="{4A333819-8705-43A2-AF3B-2E2CCE176FD9}" dt="2025-12-27T13:55:02.511" v="78" actId="20577"/>
          <ac:spMkLst>
            <pc:docMk/>
            <pc:sldMk cId="804830658" sldId="257"/>
            <ac:spMk id="3" creationId="{D8E90A06-15A7-35CD-70CF-F548BF1C706D}"/>
          </ac:spMkLst>
        </pc:spChg>
      </pc:sldChg>
      <pc:sldChg chg="modSp new mod">
        <pc:chgData name="Arul Murugan" userId="eab9623e9598f31d" providerId="LiveId" clId="{4A333819-8705-43A2-AF3B-2E2CCE176FD9}" dt="2025-12-27T14:09:53.765" v="125" actId="255"/>
        <pc:sldMkLst>
          <pc:docMk/>
          <pc:sldMk cId="3367358543" sldId="258"/>
        </pc:sldMkLst>
        <pc:spChg chg="mod">
          <ac:chgData name="Arul Murugan" userId="eab9623e9598f31d" providerId="LiveId" clId="{4A333819-8705-43A2-AF3B-2E2CCE176FD9}" dt="2025-12-27T14:09:53.765" v="125" actId="255"/>
          <ac:spMkLst>
            <pc:docMk/>
            <pc:sldMk cId="3367358543" sldId="258"/>
            <ac:spMk id="2" creationId="{4C95CAEF-7BBA-F1D7-C65B-7BB79EF5590A}"/>
          </ac:spMkLst>
        </pc:spChg>
        <pc:spChg chg="mod">
          <ac:chgData name="Arul Murugan" userId="eab9623e9598f31d" providerId="LiveId" clId="{4A333819-8705-43A2-AF3B-2E2CCE176FD9}" dt="2025-12-27T14:00:36.358" v="98" actId="12"/>
          <ac:spMkLst>
            <pc:docMk/>
            <pc:sldMk cId="3367358543" sldId="258"/>
            <ac:spMk id="3" creationId="{4AE60635-F39B-B1C5-1900-83F2A4C16217}"/>
          </ac:spMkLst>
        </pc:spChg>
      </pc:sldChg>
      <pc:sldChg chg="modSp new mod">
        <pc:chgData name="Arul Murugan" userId="eab9623e9598f31d" providerId="LiveId" clId="{4A333819-8705-43A2-AF3B-2E2CCE176FD9}" dt="2025-12-27T14:10:01.379" v="126" actId="255"/>
        <pc:sldMkLst>
          <pc:docMk/>
          <pc:sldMk cId="4200147387" sldId="259"/>
        </pc:sldMkLst>
        <pc:spChg chg="mod">
          <ac:chgData name="Arul Murugan" userId="eab9623e9598f31d" providerId="LiveId" clId="{4A333819-8705-43A2-AF3B-2E2CCE176FD9}" dt="2025-12-27T14:10:01.379" v="126" actId="255"/>
          <ac:spMkLst>
            <pc:docMk/>
            <pc:sldMk cId="4200147387" sldId="259"/>
            <ac:spMk id="2" creationId="{9757EA21-A847-9236-611C-B2D0A7158E19}"/>
          </ac:spMkLst>
        </pc:spChg>
        <pc:spChg chg="mod">
          <ac:chgData name="Arul Murugan" userId="eab9623e9598f31d" providerId="LiveId" clId="{4A333819-8705-43A2-AF3B-2E2CCE176FD9}" dt="2025-12-27T14:08:35.279" v="122" actId="948"/>
          <ac:spMkLst>
            <pc:docMk/>
            <pc:sldMk cId="4200147387" sldId="259"/>
            <ac:spMk id="3" creationId="{AFCC76BC-7C0A-177F-F7D3-A82E3EA084F3}"/>
          </ac:spMkLst>
        </pc:spChg>
      </pc:sldChg>
      <pc:sldChg chg="modSp new mod">
        <pc:chgData name="Arul Murugan" userId="eab9623e9598f31d" providerId="LiveId" clId="{4A333819-8705-43A2-AF3B-2E2CCE176FD9}" dt="2025-12-27T14:17:29.253" v="290" actId="1076"/>
        <pc:sldMkLst>
          <pc:docMk/>
          <pc:sldMk cId="582008617" sldId="260"/>
        </pc:sldMkLst>
        <pc:spChg chg="mod">
          <ac:chgData name="Arul Murugan" userId="eab9623e9598f31d" providerId="LiveId" clId="{4A333819-8705-43A2-AF3B-2E2CCE176FD9}" dt="2025-12-27T14:17:29.253" v="290" actId="1076"/>
          <ac:spMkLst>
            <pc:docMk/>
            <pc:sldMk cId="582008617" sldId="260"/>
            <ac:spMk id="2" creationId="{30CF91EE-23CC-9312-A25A-72EB05FC9AB4}"/>
          </ac:spMkLst>
        </pc:spChg>
        <pc:spChg chg="mod">
          <ac:chgData name="Arul Murugan" userId="eab9623e9598f31d" providerId="LiveId" clId="{4A333819-8705-43A2-AF3B-2E2CCE176FD9}" dt="2025-12-27T14:17:23.196" v="289" actId="14100"/>
          <ac:spMkLst>
            <pc:docMk/>
            <pc:sldMk cId="582008617" sldId="260"/>
            <ac:spMk id="3" creationId="{E0DED00D-7946-6614-26AF-CDD69F0E7D4D}"/>
          </ac:spMkLst>
        </pc:spChg>
      </pc:sldChg>
      <pc:sldChg chg="addSp delSp modSp new mod">
        <pc:chgData name="Arul Murugan" userId="eab9623e9598f31d" providerId="LiveId" clId="{4A333819-8705-43A2-AF3B-2E2CCE176FD9}" dt="2025-12-27T14:41:22.430" v="505" actId="1076"/>
        <pc:sldMkLst>
          <pc:docMk/>
          <pc:sldMk cId="1638559522" sldId="261"/>
        </pc:sldMkLst>
        <pc:spChg chg="mod">
          <ac:chgData name="Arul Murugan" userId="eab9623e9598f31d" providerId="LiveId" clId="{4A333819-8705-43A2-AF3B-2E2CCE176FD9}" dt="2025-12-27T14:26:09.268" v="353" actId="14100"/>
          <ac:spMkLst>
            <pc:docMk/>
            <pc:sldMk cId="1638559522" sldId="261"/>
            <ac:spMk id="2" creationId="{1300D670-48EB-9BD2-835D-E8FD400200D1}"/>
          </ac:spMkLst>
        </pc:spChg>
        <pc:spChg chg="mod">
          <ac:chgData name="Arul Murugan" userId="eab9623e9598f31d" providerId="LiveId" clId="{4A333819-8705-43A2-AF3B-2E2CCE176FD9}" dt="2025-12-27T14:29:16.079" v="389" actId="14100"/>
          <ac:spMkLst>
            <pc:docMk/>
            <pc:sldMk cId="1638559522" sldId="261"/>
            <ac:spMk id="3" creationId="{E055AAB4-3B00-EF6E-AF59-CDECE3D4280D}"/>
          </ac:spMkLst>
        </pc:spChg>
        <pc:spChg chg="add mod">
          <ac:chgData name="Arul Murugan" userId="eab9623e9598f31d" providerId="LiveId" clId="{4A333819-8705-43A2-AF3B-2E2CCE176FD9}" dt="2025-12-27T14:31:20.376" v="404" actId="1076"/>
          <ac:spMkLst>
            <pc:docMk/>
            <pc:sldMk cId="1638559522" sldId="261"/>
            <ac:spMk id="4" creationId="{7E2D6FD1-251A-CF71-0C39-CF91C4077E0A}"/>
          </ac:spMkLst>
        </pc:spChg>
        <pc:spChg chg="add mod">
          <ac:chgData name="Arul Murugan" userId="eab9623e9598f31d" providerId="LiveId" clId="{4A333819-8705-43A2-AF3B-2E2CCE176FD9}" dt="2025-12-27T14:39:25.687" v="478" actId="1076"/>
          <ac:spMkLst>
            <pc:docMk/>
            <pc:sldMk cId="1638559522" sldId="261"/>
            <ac:spMk id="5" creationId="{98EBA292-1563-A8A9-B1D3-2F73D4A0EA37}"/>
          </ac:spMkLst>
        </pc:spChg>
        <pc:spChg chg="add mod">
          <ac:chgData name="Arul Murugan" userId="eab9623e9598f31d" providerId="LiveId" clId="{4A333819-8705-43A2-AF3B-2E2CCE176FD9}" dt="2025-12-27T14:31:23.876" v="405" actId="1076"/>
          <ac:spMkLst>
            <pc:docMk/>
            <pc:sldMk cId="1638559522" sldId="261"/>
            <ac:spMk id="6" creationId="{3E59A997-7036-FED7-C423-93C1759861BC}"/>
          </ac:spMkLst>
        </pc:spChg>
        <pc:spChg chg="add mod">
          <ac:chgData name="Arul Murugan" userId="eab9623e9598f31d" providerId="LiveId" clId="{4A333819-8705-43A2-AF3B-2E2CCE176FD9}" dt="2025-12-27T14:23:48.371" v="328"/>
          <ac:spMkLst>
            <pc:docMk/>
            <pc:sldMk cId="1638559522" sldId="261"/>
            <ac:spMk id="7" creationId="{91AB4190-A913-CE84-D805-F5EA64343337}"/>
          </ac:spMkLst>
        </pc:spChg>
        <pc:spChg chg="add mod">
          <ac:chgData name="Arul Murugan" userId="eab9623e9598f31d" providerId="LiveId" clId="{4A333819-8705-43A2-AF3B-2E2CCE176FD9}" dt="2025-12-27T14:23:48.597" v="329"/>
          <ac:spMkLst>
            <pc:docMk/>
            <pc:sldMk cId="1638559522" sldId="261"/>
            <ac:spMk id="8" creationId="{C74ACE20-919B-3116-A226-05873C798AAC}"/>
          </ac:spMkLst>
        </pc:spChg>
        <pc:spChg chg="add mod">
          <ac:chgData name="Arul Murugan" userId="eab9623e9598f31d" providerId="LiveId" clId="{4A333819-8705-43A2-AF3B-2E2CCE176FD9}" dt="2025-12-27T14:23:48.813" v="330"/>
          <ac:spMkLst>
            <pc:docMk/>
            <pc:sldMk cId="1638559522" sldId="261"/>
            <ac:spMk id="9" creationId="{055FDD77-532A-8C2B-50A5-A33996AB91C5}"/>
          </ac:spMkLst>
        </pc:spChg>
        <pc:spChg chg="add mod">
          <ac:chgData name="Arul Murugan" userId="eab9623e9598f31d" providerId="LiveId" clId="{4A333819-8705-43A2-AF3B-2E2CCE176FD9}" dt="2025-12-27T14:23:55.129" v="337" actId="20577"/>
          <ac:spMkLst>
            <pc:docMk/>
            <pc:sldMk cId="1638559522" sldId="261"/>
            <ac:spMk id="10" creationId="{772CFC7D-0783-F32B-2EE8-C2D73EE3B607}"/>
          </ac:spMkLst>
        </pc:spChg>
        <pc:spChg chg="add del mod">
          <ac:chgData name="Arul Murugan" userId="eab9623e9598f31d" providerId="LiveId" clId="{4A333819-8705-43A2-AF3B-2E2CCE176FD9}" dt="2025-12-27T14:23:55.419" v="338" actId="478"/>
          <ac:spMkLst>
            <pc:docMk/>
            <pc:sldMk cId="1638559522" sldId="261"/>
            <ac:spMk id="11" creationId="{9DDB060F-823C-8148-75AB-B0AEA6341074}"/>
          </ac:spMkLst>
        </pc:spChg>
        <pc:spChg chg="add mod">
          <ac:chgData name="Arul Murugan" userId="eab9623e9598f31d" providerId="LiveId" clId="{4A333819-8705-43A2-AF3B-2E2CCE176FD9}" dt="2025-12-27T14:32:43.482" v="427" actId="14100"/>
          <ac:spMkLst>
            <pc:docMk/>
            <pc:sldMk cId="1638559522" sldId="261"/>
            <ac:spMk id="12" creationId="{565C7FB8-B3CB-C709-15CE-DF653384DF5D}"/>
          </ac:spMkLst>
        </pc:spChg>
        <pc:spChg chg="add mod">
          <ac:chgData name="Arul Murugan" userId="eab9623e9598f31d" providerId="LiveId" clId="{4A333819-8705-43A2-AF3B-2E2CCE176FD9}" dt="2025-12-27T14:34:16.823" v="444" actId="1076"/>
          <ac:spMkLst>
            <pc:docMk/>
            <pc:sldMk cId="1638559522" sldId="261"/>
            <ac:spMk id="13" creationId="{025BE4C7-666A-3395-667C-36A04A5C1819}"/>
          </ac:spMkLst>
        </pc:spChg>
        <pc:spChg chg="add mod">
          <ac:chgData name="Arul Murugan" userId="eab9623e9598f31d" providerId="LiveId" clId="{4A333819-8705-43A2-AF3B-2E2CCE176FD9}" dt="2025-12-27T14:33:04.343" v="431" actId="1076"/>
          <ac:spMkLst>
            <pc:docMk/>
            <pc:sldMk cId="1638559522" sldId="261"/>
            <ac:spMk id="14" creationId="{E98C2B8B-9616-89E6-0949-560B45DECDC9}"/>
          </ac:spMkLst>
        </pc:spChg>
        <pc:spChg chg="add mod">
          <ac:chgData name="Arul Murugan" userId="eab9623e9598f31d" providerId="LiveId" clId="{4A333819-8705-43A2-AF3B-2E2CCE176FD9}" dt="2025-12-27T14:28:54.710" v="383"/>
          <ac:spMkLst>
            <pc:docMk/>
            <pc:sldMk cId="1638559522" sldId="261"/>
            <ac:spMk id="15" creationId="{57D101C1-031D-EDD7-1126-18E6B02B6A0B}"/>
          </ac:spMkLst>
        </pc:spChg>
        <pc:spChg chg="add mod">
          <ac:chgData name="Arul Murugan" userId="eab9623e9598f31d" providerId="LiveId" clId="{4A333819-8705-43A2-AF3B-2E2CCE176FD9}" dt="2025-12-27T14:34:25.756" v="446" actId="1076"/>
          <ac:spMkLst>
            <pc:docMk/>
            <pc:sldMk cId="1638559522" sldId="261"/>
            <ac:spMk id="16" creationId="{EE9C171E-517A-1301-0494-5EB3E428D08C}"/>
          </ac:spMkLst>
        </pc:spChg>
        <pc:spChg chg="add mod">
          <ac:chgData name="Arul Murugan" userId="eab9623e9598f31d" providerId="LiveId" clId="{4A333819-8705-43A2-AF3B-2E2CCE176FD9}" dt="2025-12-27T14:34:22.142" v="445" actId="1076"/>
          <ac:spMkLst>
            <pc:docMk/>
            <pc:sldMk cId="1638559522" sldId="261"/>
            <ac:spMk id="17" creationId="{994C41E8-9307-7762-E7B6-24F0FEBF2641}"/>
          </ac:spMkLst>
        </pc:spChg>
        <pc:cxnChg chg="add mod">
          <ac:chgData name="Arul Murugan" userId="eab9623e9598f31d" providerId="LiveId" clId="{4A333819-8705-43A2-AF3B-2E2CCE176FD9}" dt="2025-12-27T14:39:42.452" v="482" actId="1076"/>
          <ac:cxnSpMkLst>
            <pc:docMk/>
            <pc:sldMk cId="1638559522" sldId="261"/>
            <ac:cxnSpMk id="19" creationId="{40EFB4FD-9A3B-1CF3-504F-35AC4C4EB01C}"/>
          </ac:cxnSpMkLst>
        </pc:cxnChg>
        <pc:cxnChg chg="add mod">
          <ac:chgData name="Arul Murugan" userId="eab9623e9598f31d" providerId="LiveId" clId="{4A333819-8705-43A2-AF3B-2E2CCE176FD9}" dt="2025-12-27T14:39:31.070" v="479" actId="1076"/>
          <ac:cxnSpMkLst>
            <pc:docMk/>
            <pc:sldMk cId="1638559522" sldId="261"/>
            <ac:cxnSpMk id="20" creationId="{6F0A5749-5FD0-32F7-001F-A099B8AD3F5B}"/>
          </ac:cxnSpMkLst>
        </pc:cxnChg>
        <pc:cxnChg chg="add del mod">
          <ac:chgData name="Arul Murugan" userId="eab9623e9598f31d" providerId="LiveId" clId="{4A333819-8705-43A2-AF3B-2E2CCE176FD9}" dt="2025-12-27T14:39:00.544" v="471" actId="478"/>
          <ac:cxnSpMkLst>
            <pc:docMk/>
            <pc:sldMk cId="1638559522" sldId="261"/>
            <ac:cxnSpMk id="21" creationId="{BD0628A4-F7CC-B88A-6F50-D6C2A8DE4518}"/>
          </ac:cxnSpMkLst>
        </pc:cxnChg>
        <pc:cxnChg chg="add mod">
          <ac:chgData name="Arul Murugan" userId="eab9623e9598f31d" providerId="LiveId" clId="{4A333819-8705-43A2-AF3B-2E2CCE176FD9}" dt="2025-12-27T14:41:22.430" v="505" actId="1076"/>
          <ac:cxnSpMkLst>
            <pc:docMk/>
            <pc:sldMk cId="1638559522" sldId="261"/>
            <ac:cxnSpMk id="22" creationId="{4FA9005B-5A48-B76F-1D82-380E2D15CDAB}"/>
          </ac:cxnSpMkLst>
        </pc:cxnChg>
        <pc:cxnChg chg="add mod">
          <ac:chgData name="Arul Murugan" userId="eab9623e9598f31d" providerId="LiveId" clId="{4A333819-8705-43A2-AF3B-2E2CCE176FD9}" dt="2025-12-27T14:39:48.922" v="483" actId="1076"/>
          <ac:cxnSpMkLst>
            <pc:docMk/>
            <pc:sldMk cId="1638559522" sldId="261"/>
            <ac:cxnSpMk id="27" creationId="{9EBBEFB9-8066-DCE7-7D4A-CEC2F9ADED44}"/>
          </ac:cxnSpMkLst>
        </pc:cxnChg>
        <pc:cxnChg chg="add mod">
          <ac:chgData name="Arul Murugan" userId="eab9623e9598f31d" providerId="LiveId" clId="{4A333819-8705-43A2-AF3B-2E2CCE176FD9}" dt="2025-12-27T14:40:19.353" v="489" actId="14100"/>
          <ac:cxnSpMkLst>
            <pc:docMk/>
            <pc:sldMk cId="1638559522" sldId="261"/>
            <ac:cxnSpMk id="33" creationId="{DB6E5EC5-3030-4663-B050-4AA89A390291}"/>
          </ac:cxnSpMkLst>
        </pc:cxnChg>
        <pc:cxnChg chg="add mod">
          <ac:chgData name="Arul Murugan" userId="eab9623e9598f31d" providerId="LiveId" clId="{4A333819-8705-43A2-AF3B-2E2CCE176FD9}" dt="2025-12-27T14:41:16.085" v="504" actId="1076"/>
          <ac:cxnSpMkLst>
            <pc:docMk/>
            <pc:sldMk cId="1638559522" sldId="261"/>
            <ac:cxnSpMk id="39" creationId="{B59C2B5B-0E20-207A-9A28-C6115D0D7644}"/>
          </ac:cxnSpMkLst>
        </pc:cxnChg>
        <pc:cxnChg chg="add mod">
          <ac:chgData name="Arul Murugan" userId="eab9623e9598f31d" providerId="LiveId" clId="{4A333819-8705-43A2-AF3B-2E2CCE176FD9}" dt="2025-12-27T14:41:10.686" v="503" actId="1076"/>
          <ac:cxnSpMkLst>
            <pc:docMk/>
            <pc:sldMk cId="1638559522" sldId="261"/>
            <ac:cxnSpMk id="41" creationId="{B61BD94A-359D-FDDC-4ABD-5E0C2E24F35F}"/>
          </ac:cxnSpMkLst>
        </pc:cxnChg>
      </pc:sldChg>
      <pc:sldChg chg="addSp delSp modSp new add del mod">
        <pc:chgData name="Arul Murugan" userId="eab9623e9598f31d" providerId="LiveId" clId="{4A333819-8705-43A2-AF3B-2E2CCE176FD9}" dt="2025-12-27T14:57:02.399" v="977" actId="20577"/>
        <pc:sldMkLst>
          <pc:docMk/>
          <pc:sldMk cId="889495725" sldId="262"/>
        </pc:sldMkLst>
        <pc:spChg chg="mod">
          <ac:chgData name="Arul Murugan" userId="eab9623e9598f31d" providerId="LiveId" clId="{4A333819-8705-43A2-AF3B-2E2CCE176FD9}" dt="2025-12-27T14:45:54.828" v="545" actId="14100"/>
          <ac:spMkLst>
            <pc:docMk/>
            <pc:sldMk cId="889495725" sldId="262"/>
            <ac:spMk id="2" creationId="{03B32B66-A5C2-24E1-9399-26A92A89BEAC}"/>
          </ac:spMkLst>
        </pc:spChg>
        <pc:spChg chg="add del mod">
          <ac:chgData name="Arul Murugan" userId="eab9623e9598f31d" providerId="LiveId" clId="{4A333819-8705-43A2-AF3B-2E2CCE176FD9}" dt="2025-12-27T14:47:33.248" v="639"/>
          <ac:spMkLst>
            <pc:docMk/>
            <pc:sldMk cId="889495725" sldId="262"/>
            <ac:spMk id="3" creationId="{416B8B5C-5E2A-16A9-DF46-2BF158B7639E}"/>
          </ac:spMkLst>
        </pc:spChg>
        <pc:spChg chg="add del mod">
          <ac:chgData name="Arul Murugan" userId="eab9623e9598f31d" providerId="LiveId" clId="{4A333819-8705-43A2-AF3B-2E2CCE176FD9}" dt="2025-12-27T14:53:09.750" v="961" actId="255"/>
          <ac:spMkLst>
            <pc:docMk/>
            <pc:sldMk cId="889495725" sldId="262"/>
            <ac:spMk id="5" creationId="{14D872AB-F0DB-5042-C857-DD3C0DF4F697}"/>
          </ac:spMkLst>
        </pc:spChg>
        <pc:spChg chg="add mod">
          <ac:chgData name="Arul Murugan" userId="eab9623e9598f31d" providerId="LiveId" clId="{4A333819-8705-43A2-AF3B-2E2CCE176FD9}" dt="2025-12-27T14:47:33.248" v="639"/>
          <ac:spMkLst>
            <pc:docMk/>
            <pc:sldMk cId="889495725" sldId="262"/>
            <ac:spMk id="6" creationId="{8028571D-C5E2-EBEA-3F0F-A0C86A0E4689}"/>
          </ac:spMkLst>
        </pc:spChg>
        <pc:spChg chg="add mod">
          <ac:chgData name="Arul Murugan" userId="eab9623e9598f31d" providerId="LiveId" clId="{4A333819-8705-43A2-AF3B-2E2CCE176FD9}" dt="2025-12-27T14:57:02.399" v="977" actId="20577"/>
          <ac:spMkLst>
            <pc:docMk/>
            <pc:sldMk cId="889495725" sldId="262"/>
            <ac:spMk id="7" creationId="{8C89F956-2116-C126-FD26-5CD05F3EFD17}"/>
          </ac:spMkLst>
        </pc:spChg>
        <pc:spChg chg="add mod">
          <ac:chgData name="Arul Murugan" userId="eab9623e9598f31d" providerId="LiveId" clId="{4A333819-8705-43A2-AF3B-2E2CCE176FD9}" dt="2025-12-27T14:53:52.946" v="968" actId="14100"/>
          <ac:spMkLst>
            <pc:docMk/>
            <pc:sldMk cId="889495725" sldId="262"/>
            <ac:spMk id="8" creationId="{E5ACB65C-FE34-EE92-25A1-EC444050CB11}"/>
          </ac:spMkLst>
        </pc:spChg>
        <pc:spChg chg="add mod">
          <ac:chgData name="Arul Murugan" userId="eab9623e9598f31d" providerId="LiveId" clId="{4A333819-8705-43A2-AF3B-2E2CCE176FD9}" dt="2025-12-27T14:53:28.946" v="964" actId="255"/>
          <ac:spMkLst>
            <pc:docMk/>
            <pc:sldMk cId="889495725" sldId="262"/>
            <ac:spMk id="9" creationId="{2CC19653-57BC-2CD5-B48B-BF22B42D8D75}"/>
          </ac:spMkLst>
        </pc:spChg>
        <pc:spChg chg="add mod">
          <ac:chgData name="Arul Murugan" userId="eab9623e9598f31d" providerId="LiveId" clId="{4A333819-8705-43A2-AF3B-2E2CCE176FD9}" dt="2025-12-27T14:54:40.178" v="972" actId="255"/>
          <ac:spMkLst>
            <pc:docMk/>
            <pc:sldMk cId="889495725" sldId="262"/>
            <ac:spMk id="10" creationId="{A3A5FEA8-AAB0-B83A-2787-820D9550BA13}"/>
          </ac:spMkLst>
        </pc:spChg>
        <pc:spChg chg="add mod">
          <ac:chgData name="Arul Murugan" userId="eab9623e9598f31d" providerId="LiveId" clId="{4A333819-8705-43A2-AF3B-2E2CCE176FD9}" dt="2025-12-27T14:54:45.851" v="973" actId="255"/>
          <ac:spMkLst>
            <pc:docMk/>
            <pc:sldMk cId="889495725" sldId="262"/>
            <ac:spMk id="11" creationId="{69AC369D-1789-42AD-91C0-A6C0314AC8E9}"/>
          </ac:spMkLst>
        </pc:spChg>
        <pc:graphicFrameChg chg="add del mod modGraphic">
          <ac:chgData name="Arul Murugan" userId="eab9623e9598f31d" providerId="LiveId" clId="{4A333819-8705-43A2-AF3B-2E2CCE176FD9}" dt="2025-12-27T14:45:54.754" v="544" actId="1032"/>
          <ac:graphicFrameMkLst>
            <pc:docMk/>
            <pc:sldMk cId="889495725" sldId="262"/>
            <ac:graphicFrameMk id="4" creationId="{6C205A43-FB0E-6553-1767-76C76E556A1F}"/>
          </ac:graphicFrameMkLst>
        </pc:graphicFrameChg>
        <pc:cxnChg chg="add mod">
          <ac:chgData name="Arul Murugan" userId="eab9623e9598f31d" providerId="LiveId" clId="{4A333819-8705-43A2-AF3B-2E2CCE176FD9}" dt="2025-12-27T14:51:41.835" v="945" actId="1076"/>
          <ac:cxnSpMkLst>
            <pc:docMk/>
            <pc:sldMk cId="889495725" sldId="262"/>
            <ac:cxnSpMk id="12" creationId="{CF7AA98B-FF29-ACA7-6E04-32AAD5CFEE63}"/>
          </ac:cxnSpMkLst>
        </pc:cxnChg>
        <pc:cxnChg chg="add mod">
          <ac:chgData name="Arul Murugan" userId="eab9623e9598f31d" providerId="LiveId" clId="{4A333819-8705-43A2-AF3B-2E2CCE176FD9}" dt="2025-12-27T14:51:39.232" v="944" actId="1076"/>
          <ac:cxnSpMkLst>
            <pc:docMk/>
            <pc:sldMk cId="889495725" sldId="262"/>
            <ac:cxnSpMk id="13" creationId="{254B9A60-FAC9-D2FA-8346-856DD3732982}"/>
          </ac:cxnSpMkLst>
        </pc:cxnChg>
        <pc:cxnChg chg="add mod">
          <ac:chgData name="Arul Murugan" userId="eab9623e9598f31d" providerId="LiveId" clId="{4A333819-8705-43A2-AF3B-2E2CCE176FD9}" dt="2025-12-27T14:53:59.105" v="969" actId="1076"/>
          <ac:cxnSpMkLst>
            <pc:docMk/>
            <pc:sldMk cId="889495725" sldId="262"/>
            <ac:cxnSpMk id="15" creationId="{3E6F0407-29E2-6576-3FAA-F2469BEB8ADF}"/>
          </ac:cxnSpMkLst>
        </pc:cxnChg>
        <pc:cxnChg chg="add mod">
          <ac:chgData name="Arul Murugan" userId="eab9623e9598f31d" providerId="LiveId" clId="{4A333819-8705-43A2-AF3B-2E2CCE176FD9}" dt="2025-12-27T14:52:00.264" v="951"/>
          <ac:cxnSpMkLst>
            <pc:docMk/>
            <pc:sldMk cId="889495725" sldId="262"/>
            <ac:cxnSpMk id="17" creationId="{77E47B26-F7C4-CD06-8B7E-6DA083447D98}"/>
          </ac:cxnSpMkLst>
        </pc:cxnChg>
        <pc:cxnChg chg="add mod">
          <ac:chgData name="Arul Murugan" userId="eab9623e9598f31d" providerId="LiveId" clId="{4A333819-8705-43A2-AF3B-2E2CCE176FD9}" dt="2025-12-27T14:54:20.630" v="971" actId="1076"/>
          <ac:cxnSpMkLst>
            <pc:docMk/>
            <pc:sldMk cId="889495725" sldId="262"/>
            <ac:cxnSpMk id="18" creationId="{2C8A5990-9AA3-EC3C-9C3A-7E8FDCAB3607}"/>
          </ac:cxnSpMkLst>
        </pc:cxnChg>
        <pc:cxnChg chg="add mod">
          <ac:chgData name="Arul Murugan" userId="eab9623e9598f31d" providerId="LiveId" clId="{4A333819-8705-43A2-AF3B-2E2CCE176FD9}" dt="2025-12-27T14:52:45.328" v="960" actId="1076"/>
          <ac:cxnSpMkLst>
            <pc:docMk/>
            <pc:sldMk cId="889495725" sldId="262"/>
            <ac:cxnSpMk id="19" creationId="{71C61EAA-E18B-1A39-1153-669D9460BD5A}"/>
          </ac:cxnSpMkLst>
        </pc:cxnChg>
      </pc:sldChg>
      <pc:sldChg chg="addSp modSp new mod">
        <pc:chgData name="Arul Murugan" userId="eab9623e9598f31d" providerId="LiveId" clId="{4A333819-8705-43A2-AF3B-2E2CCE176FD9}" dt="2025-12-27T15:06:28.806" v="1330" actId="27107"/>
        <pc:sldMkLst>
          <pc:docMk/>
          <pc:sldMk cId="2312094060" sldId="263"/>
        </pc:sldMkLst>
        <pc:spChg chg="mod">
          <ac:chgData name="Arul Murugan" userId="eab9623e9598f31d" providerId="LiveId" clId="{4A333819-8705-43A2-AF3B-2E2CCE176FD9}" dt="2025-12-27T15:05:00.609" v="1294" actId="20577"/>
          <ac:spMkLst>
            <pc:docMk/>
            <pc:sldMk cId="2312094060" sldId="263"/>
            <ac:spMk id="2" creationId="{485888B5-2422-6A5D-2703-04692B1FDE45}"/>
          </ac:spMkLst>
        </pc:spChg>
        <pc:spChg chg="mod">
          <ac:chgData name="Arul Murugan" userId="eab9623e9598f31d" providerId="LiveId" clId="{4A333819-8705-43A2-AF3B-2E2CCE176FD9}" dt="2025-12-27T15:06:28.806" v="1330" actId="27107"/>
          <ac:spMkLst>
            <pc:docMk/>
            <pc:sldMk cId="2312094060" sldId="263"/>
            <ac:spMk id="3" creationId="{C71176E5-01EA-1C44-A99F-493B5EC3B784}"/>
          </ac:spMkLst>
        </pc:spChg>
        <pc:spChg chg="add">
          <ac:chgData name="Arul Murugan" userId="eab9623e9598f31d" providerId="LiveId" clId="{4A333819-8705-43A2-AF3B-2E2CCE176FD9}" dt="2025-12-27T15:01:40.543" v="1068"/>
          <ac:spMkLst>
            <pc:docMk/>
            <pc:sldMk cId="2312094060" sldId="263"/>
            <ac:spMk id="4" creationId="{779CD117-4C8F-AF50-BC13-E00588DB3541}"/>
          </ac:spMkLst>
        </pc:spChg>
        <pc:spChg chg="add">
          <ac:chgData name="Arul Murugan" userId="eab9623e9598f31d" providerId="LiveId" clId="{4A333819-8705-43A2-AF3B-2E2CCE176FD9}" dt="2025-12-27T15:01:46.653" v="1069"/>
          <ac:spMkLst>
            <pc:docMk/>
            <pc:sldMk cId="2312094060" sldId="263"/>
            <ac:spMk id="5" creationId="{ABFDB6F2-10E6-7DFF-4D31-4EA98994B209}"/>
          </ac:spMkLst>
        </pc:spChg>
      </pc:sldChg>
      <pc:sldChg chg="addSp delSp modSp new mod">
        <pc:chgData name="Arul Murugan" userId="eab9623e9598f31d" providerId="LiveId" clId="{4A333819-8705-43A2-AF3B-2E2CCE176FD9}" dt="2025-12-27T15:17:17.211" v="1537" actId="255"/>
        <pc:sldMkLst>
          <pc:docMk/>
          <pc:sldMk cId="444820722" sldId="264"/>
        </pc:sldMkLst>
        <pc:spChg chg="mod">
          <ac:chgData name="Arul Murugan" userId="eab9623e9598f31d" providerId="LiveId" clId="{4A333819-8705-43A2-AF3B-2E2CCE176FD9}" dt="2025-12-27T15:09:13.968" v="1371" actId="14100"/>
          <ac:spMkLst>
            <pc:docMk/>
            <pc:sldMk cId="444820722" sldId="264"/>
            <ac:spMk id="2" creationId="{C4F9DD40-695E-9140-5500-41423EB052ED}"/>
          </ac:spMkLst>
        </pc:spChg>
        <pc:spChg chg="add del mod">
          <ac:chgData name="Arul Murugan" userId="eab9623e9598f31d" providerId="LiveId" clId="{4A333819-8705-43A2-AF3B-2E2CCE176FD9}" dt="2025-12-27T15:15:35.621" v="1499"/>
          <ac:spMkLst>
            <pc:docMk/>
            <pc:sldMk cId="444820722" sldId="264"/>
            <ac:spMk id="3" creationId="{C7BE4B8F-6629-142A-FD14-1466B003D3C6}"/>
          </ac:spMkLst>
        </pc:spChg>
        <pc:spChg chg="add mod">
          <ac:chgData name="Arul Murugan" userId="eab9623e9598f31d" providerId="LiveId" clId="{4A333819-8705-43A2-AF3B-2E2CCE176FD9}" dt="2025-12-27T15:17:01.657" v="1534" actId="255"/>
          <ac:spMkLst>
            <pc:docMk/>
            <pc:sldMk cId="444820722" sldId="264"/>
            <ac:spMk id="4" creationId="{0EE38157-A4D0-00DA-77B8-805F3A1B02C2}"/>
          </ac:spMkLst>
        </pc:spChg>
        <pc:spChg chg="add mod">
          <ac:chgData name="Arul Murugan" userId="eab9623e9598f31d" providerId="LiveId" clId="{4A333819-8705-43A2-AF3B-2E2CCE176FD9}" dt="2025-12-27T15:17:07.125" v="1535" actId="255"/>
          <ac:spMkLst>
            <pc:docMk/>
            <pc:sldMk cId="444820722" sldId="264"/>
            <ac:spMk id="5" creationId="{C18D10B0-F35B-2C51-AE0C-BADD5065CD4A}"/>
          </ac:spMkLst>
        </pc:spChg>
        <pc:spChg chg="add mod">
          <ac:chgData name="Arul Murugan" userId="eab9623e9598f31d" providerId="LiveId" clId="{4A333819-8705-43A2-AF3B-2E2CCE176FD9}" dt="2025-12-27T15:17:12.770" v="1536" actId="255"/>
          <ac:spMkLst>
            <pc:docMk/>
            <pc:sldMk cId="444820722" sldId="264"/>
            <ac:spMk id="6" creationId="{F272AB72-C215-F9AB-E3A1-30F1BEBC6233}"/>
          </ac:spMkLst>
        </pc:spChg>
        <pc:spChg chg="add del mod">
          <ac:chgData name="Arul Murugan" userId="eab9623e9598f31d" providerId="LiveId" clId="{4A333819-8705-43A2-AF3B-2E2CCE176FD9}" dt="2025-12-27T15:13:01.260" v="1418" actId="478"/>
          <ac:spMkLst>
            <pc:docMk/>
            <pc:sldMk cId="444820722" sldId="264"/>
            <ac:spMk id="7" creationId="{858646C5-93BF-DBEB-ADA7-84B99C3D2031}"/>
          </ac:spMkLst>
        </pc:spChg>
        <pc:spChg chg="add mod">
          <ac:chgData name="Arul Murugan" userId="eab9623e9598f31d" providerId="LiveId" clId="{4A333819-8705-43A2-AF3B-2E2CCE176FD9}" dt="2025-12-27T15:16:53.504" v="1533" actId="255"/>
          <ac:spMkLst>
            <pc:docMk/>
            <pc:sldMk cId="444820722" sldId="264"/>
            <ac:spMk id="8" creationId="{1253AA4E-81C8-64D4-2F0A-E702883FB9BF}"/>
          </ac:spMkLst>
        </pc:spChg>
        <pc:spChg chg="add mod">
          <ac:chgData name="Arul Murugan" userId="eab9623e9598f31d" providerId="LiveId" clId="{4A333819-8705-43A2-AF3B-2E2CCE176FD9}" dt="2025-12-27T15:17:17.211" v="1537" actId="255"/>
          <ac:spMkLst>
            <pc:docMk/>
            <pc:sldMk cId="444820722" sldId="264"/>
            <ac:spMk id="9" creationId="{FDE06F59-8E9E-E576-83CD-65DADAED0C5D}"/>
          </ac:spMkLst>
        </pc:spChg>
        <pc:spChg chg="add mod">
          <ac:chgData name="Arul Murugan" userId="eab9623e9598f31d" providerId="LiveId" clId="{4A333819-8705-43A2-AF3B-2E2CCE176FD9}" dt="2025-12-27T15:16:29.256" v="1528" actId="113"/>
          <ac:spMkLst>
            <pc:docMk/>
            <pc:sldMk cId="444820722" sldId="264"/>
            <ac:spMk id="25" creationId="{C47FAA78-7DAC-C0DA-B9B5-B9074DFF47EF}"/>
          </ac:spMkLst>
        </pc:spChg>
        <pc:spChg chg="add mod">
          <ac:chgData name="Arul Murugan" userId="eab9623e9598f31d" providerId="LiveId" clId="{4A333819-8705-43A2-AF3B-2E2CCE176FD9}" dt="2025-12-27T15:15:35.621" v="1499"/>
          <ac:spMkLst>
            <pc:docMk/>
            <pc:sldMk cId="444820722" sldId="264"/>
            <ac:spMk id="26" creationId="{5E3D1373-000E-257F-65BE-E6DF7A7B0774}"/>
          </ac:spMkLst>
        </pc:spChg>
        <pc:spChg chg="add mod">
          <ac:chgData name="Arul Murugan" userId="eab9623e9598f31d" providerId="LiveId" clId="{4A333819-8705-43A2-AF3B-2E2CCE176FD9}" dt="2025-12-27T15:16:32.087" v="1529" actId="113"/>
          <ac:spMkLst>
            <pc:docMk/>
            <pc:sldMk cId="444820722" sldId="264"/>
            <ac:spMk id="27" creationId="{2419CD67-9C8A-B4B0-DEB3-34A28B5113E1}"/>
          </ac:spMkLst>
        </pc:spChg>
        <pc:spChg chg="add mod">
          <ac:chgData name="Arul Murugan" userId="eab9623e9598f31d" providerId="LiveId" clId="{4A333819-8705-43A2-AF3B-2E2CCE176FD9}" dt="2025-12-27T15:16:34.801" v="1530" actId="113"/>
          <ac:spMkLst>
            <pc:docMk/>
            <pc:sldMk cId="444820722" sldId="264"/>
            <ac:spMk id="28" creationId="{092CEED3-8F17-D0CF-5BAA-240EDBB6375D}"/>
          </ac:spMkLst>
        </pc:spChg>
        <pc:spChg chg="add mod">
          <ac:chgData name="Arul Murugan" userId="eab9623e9598f31d" providerId="LiveId" clId="{4A333819-8705-43A2-AF3B-2E2CCE176FD9}" dt="2025-12-27T15:16:38.151" v="1531" actId="113"/>
          <ac:spMkLst>
            <pc:docMk/>
            <pc:sldMk cId="444820722" sldId="264"/>
            <ac:spMk id="29" creationId="{8EA24538-69CC-73DF-D0BF-5B8D7A1FE29D}"/>
          </ac:spMkLst>
        </pc:spChg>
        <pc:spChg chg="add mod">
          <ac:chgData name="Arul Murugan" userId="eab9623e9598f31d" providerId="LiveId" clId="{4A333819-8705-43A2-AF3B-2E2CCE176FD9}" dt="2025-12-27T15:16:44.067" v="1532" actId="113"/>
          <ac:spMkLst>
            <pc:docMk/>
            <pc:sldMk cId="444820722" sldId="264"/>
            <ac:spMk id="30" creationId="{A0BE871E-E515-1243-184F-4E14D344AEDC}"/>
          </ac:spMkLst>
        </pc:spChg>
        <pc:cxnChg chg="add del mod">
          <ac:chgData name="Arul Murugan" userId="eab9623e9598f31d" providerId="LiveId" clId="{4A333819-8705-43A2-AF3B-2E2CCE176FD9}" dt="2025-12-27T15:13:25.594" v="1426" actId="478"/>
          <ac:cxnSpMkLst>
            <pc:docMk/>
            <pc:sldMk cId="444820722" sldId="264"/>
            <ac:cxnSpMk id="10" creationId="{DC204000-8AEB-68E6-92B2-CA680446623A}"/>
          </ac:cxnSpMkLst>
        </pc:cxnChg>
        <pc:cxnChg chg="add mod">
          <ac:chgData name="Arul Murugan" userId="eab9623e9598f31d" providerId="LiveId" clId="{4A333819-8705-43A2-AF3B-2E2CCE176FD9}" dt="2025-12-27T15:10:43.729" v="1391"/>
          <ac:cxnSpMkLst>
            <pc:docMk/>
            <pc:sldMk cId="444820722" sldId="264"/>
            <ac:cxnSpMk id="14" creationId="{75089DF1-C753-DF65-1B07-A4ADA9C7CD97}"/>
          </ac:cxnSpMkLst>
        </pc:cxnChg>
        <pc:cxnChg chg="add del mod">
          <ac:chgData name="Arul Murugan" userId="eab9623e9598f31d" providerId="LiveId" clId="{4A333819-8705-43A2-AF3B-2E2CCE176FD9}" dt="2025-12-27T15:13:23.961" v="1425" actId="478"/>
          <ac:cxnSpMkLst>
            <pc:docMk/>
            <pc:sldMk cId="444820722" sldId="264"/>
            <ac:cxnSpMk id="15" creationId="{C56154C4-B318-8E18-B483-745A1CE7BF8D}"/>
          </ac:cxnSpMkLst>
        </pc:cxnChg>
        <pc:cxnChg chg="add del mod">
          <ac:chgData name="Arul Murugan" userId="eab9623e9598f31d" providerId="LiveId" clId="{4A333819-8705-43A2-AF3B-2E2CCE176FD9}" dt="2025-12-27T15:13:22.507" v="1424" actId="478"/>
          <ac:cxnSpMkLst>
            <pc:docMk/>
            <pc:sldMk cId="444820722" sldId="264"/>
            <ac:cxnSpMk id="16" creationId="{989D69AE-5158-A38E-26EF-EC70AD7FC5FD}"/>
          </ac:cxnSpMkLst>
        </pc:cxnChg>
        <pc:cxnChg chg="add mod">
          <ac:chgData name="Arul Murugan" userId="eab9623e9598f31d" providerId="LiveId" clId="{4A333819-8705-43A2-AF3B-2E2CCE176FD9}" dt="2025-12-27T15:13:20.288" v="1423" actId="14100"/>
          <ac:cxnSpMkLst>
            <pc:docMk/>
            <pc:sldMk cId="444820722" sldId="264"/>
            <ac:cxnSpMk id="18" creationId="{EA8E9FEA-BCB9-46A4-E6DE-FEA4E39682E9}"/>
          </ac:cxnSpMkLst>
        </pc:cxnChg>
        <pc:cxnChg chg="add del mod">
          <ac:chgData name="Arul Murugan" userId="eab9623e9598f31d" providerId="LiveId" clId="{4A333819-8705-43A2-AF3B-2E2CCE176FD9}" dt="2025-12-27T15:13:03.540" v="1419" actId="478"/>
          <ac:cxnSpMkLst>
            <pc:docMk/>
            <pc:sldMk cId="444820722" sldId="264"/>
            <ac:cxnSpMk id="19" creationId="{B436DD1D-7CD7-33F3-BCE9-0737F3F86551}"/>
          </ac:cxnSpMkLst>
        </pc:cxnChg>
        <pc:cxnChg chg="add mod">
          <ac:chgData name="Arul Murugan" userId="eab9623e9598f31d" providerId="LiveId" clId="{4A333819-8705-43A2-AF3B-2E2CCE176FD9}" dt="2025-12-27T15:13:40.322" v="1429" actId="1076"/>
          <ac:cxnSpMkLst>
            <pc:docMk/>
            <pc:sldMk cId="444820722" sldId="264"/>
            <ac:cxnSpMk id="22" creationId="{FADA7EAB-7D23-C026-22C8-3299E9879B52}"/>
          </ac:cxnSpMkLst>
        </pc:cxnChg>
        <pc:cxnChg chg="add mod">
          <ac:chgData name="Arul Murugan" userId="eab9623e9598f31d" providerId="LiveId" clId="{4A333819-8705-43A2-AF3B-2E2CCE176FD9}" dt="2025-12-27T15:13:50.239" v="1432" actId="1076"/>
          <ac:cxnSpMkLst>
            <pc:docMk/>
            <pc:sldMk cId="444820722" sldId="264"/>
            <ac:cxnSpMk id="23" creationId="{5B64879E-D484-DCCC-561A-4C539F07E729}"/>
          </ac:cxnSpMkLst>
        </pc:cxnChg>
        <pc:cxnChg chg="add mod">
          <ac:chgData name="Arul Murugan" userId="eab9623e9598f31d" providerId="LiveId" clId="{4A333819-8705-43A2-AF3B-2E2CCE176FD9}" dt="2025-12-27T15:14:02.839" v="1435" actId="1076"/>
          <ac:cxnSpMkLst>
            <pc:docMk/>
            <pc:sldMk cId="444820722" sldId="264"/>
            <ac:cxnSpMk id="24" creationId="{9E13C348-FA94-90F6-EA6A-E515AC3AE538}"/>
          </ac:cxnSpMkLst>
        </pc:cxnChg>
      </pc:sldChg>
      <pc:sldChg chg="modSp new mod">
        <pc:chgData name="Arul Murugan" userId="eab9623e9598f31d" providerId="LiveId" clId="{4A333819-8705-43A2-AF3B-2E2CCE176FD9}" dt="2025-12-27T15:21:43.533" v="1591" actId="948"/>
        <pc:sldMkLst>
          <pc:docMk/>
          <pc:sldMk cId="3454186972" sldId="265"/>
        </pc:sldMkLst>
        <pc:spChg chg="mod">
          <ac:chgData name="Arul Murugan" userId="eab9623e9598f31d" providerId="LiveId" clId="{4A333819-8705-43A2-AF3B-2E2CCE176FD9}" dt="2025-12-27T15:20:19.345" v="1582" actId="20577"/>
          <ac:spMkLst>
            <pc:docMk/>
            <pc:sldMk cId="3454186972" sldId="265"/>
            <ac:spMk id="2" creationId="{CDF65D9E-4FD1-110D-1C93-761F80DB486B}"/>
          </ac:spMkLst>
        </pc:spChg>
        <pc:spChg chg="mod">
          <ac:chgData name="Arul Murugan" userId="eab9623e9598f31d" providerId="LiveId" clId="{4A333819-8705-43A2-AF3B-2E2CCE176FD9}" dt="2025-12-27T15:21:43.533" v="1591" actId="948"/>
          <ac:spMkLst>
            <pc:docMk/>
            <pc:sldMk cId="3454186972" sldId="265"/>
            <ac:spMk id="3" creationId="{75272318-E5F9-CA78-F6F9-1D0D8304D0D8}"/>
          </ac:spMkLst>
        </pc:spChg>
      </pc:sldChg>
      <pc:sldChg chg="modSp new mod">
        <pc:chgData name="Arul Murugan" userId="eab9623e9598f31d" providerId="LiveId" clId="{4A333819-8705-43A2-AF3B-2E2CCE176FD9}" dt="2025-12-27T15:25:52.388" v="1701" actId="5793"/>
        <pc:sldMkLst>
          <pc:docMk/>
          <pc:sldMk cId="446634785" sldId="266"/>
        </pc:sldMkLst>
        <pc:spChg chg="mod">
          <ac:chgData name="Arul Murugan" userId="eab9623e9598f31d" providerId="LiveId" clId="{4A333819-8705-43A2-AF3B-2E2CCE176FD9}" dt="2025-12-27T15:23:10.402" v="1614" actId="20577"/>
          <ac:spMkLst>
            <pc:docMk/>
            <pc:sldMk cId="446634785" sldId="266"/>
            <ac:spMk id="2" creationId="{B22A904B-9544-010D-92A4-22D485F61ABA}"/>
          </ac:spMkLst>
        </pc:spChg>
        <pc:spChg chg="mod">
          <ac:chgData name="Arul Murugan" userId="eab9623e9598f31d" providerId="LiveId" clId="{4A333819-8705-43A2-AF3B-2E2CCE176FD9}" dt="2025-12-27T15:25:52.388" v="1701" actId="5793"/>
          <ac:spMkLst>
            <pc:docMk/>
            <pc:sldMk cId="446634785" sldId="266"/>
            <ac:spMk id="3" creationId="{390B25A6-F99A-B437-A190-E32AC3C9EE85}"/>
          </ac:spMkLst>
        </pc:spChg>
      </pc:sldChg>
      <pc:sldChg chg="new del">
        <pc:chgData name="Arul Murugan" userId="eab9623e9598f31d" providerId="LiveId" clId="{4A333819-8705-43A2-AF3B-2E2CCE176FD9}" dt="2025-12-27T15:27:38.976" v="1703" actId="680"/>
        <pc:sldMkLst>
          <pc:docMk/>
          <pc:sldMk cId="125838772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ADBA-7271-E8A2-0F47-FFFB0B98B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8B861-27EF-C380-7790-AF6923BEF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37DC7-5D45-9F0F-0AE7-298A2D9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6637F-6FA1-AB52-07D5-01FE3070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8471-614F-9CEB-AD07-3C670D5A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01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225D-A855-3613-061F-3E5A6E50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B5342-8EAB-825E-75C6-D89BB68A3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7A8C8-C67A-8E31-9D97-37D62A16D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F0AD-84A9-A062-61A9-84F12D85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738FF-1C59-1A03-2969-452ACECC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73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959B-A133-42D2-3C44-47CE3CD00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4BD5D-A095-092B-4082-F6FB8DABF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A274C-4759-E0EA-22CE-9058A060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781C1-0724-E9E1-65FB-146E86A3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3BFA7-626C-F86B-CDD5-AA3470C9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75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5A62-E929-3658-B066-F50DDC39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CA86-AF97-B550-58B1-C8D2E20BF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A1295-1159-7B56-852D-34148481E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0875D-1123-C57A-D0D7-CDECB6CD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5E63E-FC71-97F5-7FFD-4203B0BC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A15AC-7C59-8DAB-6387-EDBAE40E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87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E9BC-5AEE-C092-7DBE-D0027621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CC194-885D-3D93-48DD-5BA1E11BF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CAC3A-C38F-8441-32C6-6782420B0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65E99-95B7-3A72-0AB3-FCC80815D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BAE5F-B9A2-A585-45A1-6AA60B467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6A8AB-07FD-5AAE-39C4-C2858566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ED8C18-E13D-2DD3-2C47-D08A7D6C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D9813-35DB-55B7-A394-08C2FB2E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78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5E7E-8D31-2A0E-34F3-8244D800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96D89-84B3-ACFE-0895-0153F331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C1DB9-A862-0CAB-1ECD-C0E520AD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B138B-63AA-4E47-27A0-096C2415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6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F63A0-B926-7072-AD02-63CE230F9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B4128-D7DC-45F7-1AB2-3E946317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84E6A-77D9-F6DC-434F-BFD911AB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63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D9FD-826D-7518-20D7-8EECADF0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1C3F-0CA3-0CBE-442C-F87F947EE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5FA3B-53DA-885D-35C4-BD05915D2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ED8-AD93-F023-C2D5-0C149A865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06A8B-9416-82B1-0453-DD97BBDF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2737C-7027-0A68-6873-2C6CA839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8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452F-4BF8-82B8-4800-274C4E94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C1DDC-84E6-9BC2-BA1B-C81415369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0A952-7E5E-2B71-5151-FC8C93F61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6C8B9-2EBD-03D4-B79C-90C5B8CA8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F5887-5575-F604-3255-1CAB654A6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C60FF-47F3-6312-FE3D-A89EC6E5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8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DDCC9-5FED-64DA-4A3F-54219AF5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4677-C1E0-398C-B99B-626CB9E58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BF97A-4C5C-0A60-9AEC-23F09B65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379EB-BFB1-5C4D-BDE5-7FFF1F86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EE1F-714C-F152-C286-D6F2B260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99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92F1B-FEB8-CAA3-E274-755F39DF3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EB0F2-83B3-CCA3-04A0-915869821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8466F-219E-2539-684A-950F65E6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49985-9CBC-6374-2110-069270ED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AB16-A219-C263-8087-4C9FD843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0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DE28E-E9F2-8475-326F-98F7CE9B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EB8C7-B062-6650-CFE5-CD921A664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AD96D-3B7D-53AA-21D4-09A160A95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9BFCA-2A97-4335-AEA3-981EDA1F768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7AB3C-80FC-91E4-57F3-E19587C4D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231E1-D682-B542-8E00-5A2DD19AE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21795-3558-4F30-8911-167419B9E6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60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1F61-B4CB-4F05-9306-BF20302F7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0288"/>
            <a:ext cx="9144000" cy="1909763"/>
          </a:xfrm>
        </p:spPr>
        <p:txBody>
          <a:bodyPr>
            <a:normAutofit/>
          </a:bodyPr>
          <a:lstStyle/>
          <a:p>
            <a:r>
              <a:rPr lang="en-US" sz="4400" b="1" dirty="0"/>
              <a:t>Autonomous Real-Time Compliance &amp; Decision Engine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5DFBE-4A4F-AC4F-ACD8-770928BD5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98901"/>
          </a:xfrm>
        </p:spPr>
        <p:txBody>
          <a:bodyPr/>
          <a:lstStyle/>
          <a:p>
            <a:r>
              <a:rPr lang="en-US" dirty="0"/>
              <a:t>A Post-Transformer Agentic AI System using Pathway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828FE-67E9-0FC2-C38A-BA144C4CC77B}"/>
              </a:ext>
            </a:extLst>
          </p:cNvPr>
          <p:cNvSpPr txBox="1"/>
          <p:nvPr/>
        </p:nvSpPr>
        <p:spPr>
          <a:xfrm>
            <a:off x="4240695" y="414735"/>
            <a:ext cx="42937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Synaptix Frontier AI Hack | Shaastra 2026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58788-70F9-014D-512F-BA5AAB483BA2}"/>
              </a:ext>
            </a:extLst>
          </p:cNvPr>
          <p:cNvSpPr txBox="1"/>
          <p:nvPr/>
        </p:nvSpPr>
        <p:spPr>
          <a:xfrm>
            <a:off x="251790" y="5197011"/>
            <a:ext cx="5844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  : </a:t>
            </a:r>
            <a:r>
              <a:rPr lang="en-IN" dirty="0"/>
              <a:t>Innovatrix  </a:t>
            </a:r>
          </a:p>
          <a:p>
            <a:r>
              <a:rPr lang="en-IN" b="1" dirty="0"/>
              <a:t>Track 1</a:t>
            </a:r>
            <a:r>
              <a:rPr lang="en-IN" dirty="0"/>
              <a:t>: Agentic AI (Applied GenAI)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79ADC-822C-1CA0-0477-6E4606BF5B3F}"/>
              </a:ext>
            </a:extLst>
          </p:cNvPr>
          <p:cNvSpPr txBox="1"/>
          <p:nvPr/>
        </p:nvSpPr>
        <p:spPr>
          <a:xfrm>
            <a:off x="8017565" y="5535324"/>
            <a:ext cx="3829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Indian Institute of Technology Madras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6842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8A669-40E0-A838-BE88-7E98CC60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2858"/>
          </a:xfrm>
        </p:spPr>
        <p:txBody>
          <a:bodyPr>
            <a:normAutofit/>
          </a:bodyPr>
          <a:lstStyle/>
          <a:p>
            <a:r>
              <a:rPr lang="en-US" sz="3200" b="1" dirty="0"/>
              <a:t>The </a:t>
            </a:r>
            <a:r>
              <a:rPr lang="en-US" sz="3500" b="1" dirty="0"/>
              <a:t>Real-Time</a:t>
            </a:r>
            <a:r>
              <a:rPr lang="en-US" sz="3200" b="1" dirty="0"/>
              <a:t> Decision Lag Problem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90A06-15A7-35CD-70CF-F548BF1C7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095"/>
            <a:ext cx="10515600" cy="4351338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Modern decision-driven systems operate under continuously changing rules, policies, and constraints.</a:t>
            </a:r>
          </a:p>
          <a:p>
            <a:pPr marL="571500" indent="-3429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Most systems still rely on static logic that updates only after manual intervention or delayed reconfiguration.</a:t>
            </a:r>
            <a:br>
              <a:rPr lang="en-US" sz="2000" dirty="0"/>
            </a:br>
            <a:r>
              <a:rPr lang="en-US" sz="2000" dirty="0"/>
              <a:t>This creates a gap between when new information appears and when decisions actually change.</a:t>
            </a:r>
          </a:p>
          <a:p>
            <a:pPr marL="571500" indent="-3429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Large language models can reason over text but lack persistent, evolving memory.</a:t>
            </a:r>
            <a:br>
              <a:rPr lang="en-US" sz="2000" dirty="0"/>
            </a:br>
            <a:r>
              <a:rPr lang="en-US" sz="2000" dirty="0"/>
              <a:t>They cannot continuously adapt system behavior as new events occur.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0483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CAEF-7BBA-F1D7-C65B-7BB79EF5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/>
              <a:t>WHY</a:t>
            </a:r>
            <a:r>
              <a:rPr lang="en-IN" sz="3200" b="1" dirty="0"/>
              <a:t> CURRENT AI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60635-F39B-B1C5-1900-83F2A4C1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Most AI systems treat decision logic as stateless prompts, causing the system to forget past rules and context between executions.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Regulatory and policy updates require continuous adaptation, but current AI pipelines depend on batch reprocessing or manual redeployment.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Large language models can interpret text but cannot maintain evolving system state across time and events.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In compliance-critical environments, non-deterministic outputs and delayed updates make prompt-driven AI unsafe for enforcement.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735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EA21-A847-9236-611C-B2D0A715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KEY </a:t>
            </a:r>
            <a:r>
              <a:rPr lang="en-IN" sz="3500" b="1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C76BC-7C0A-177F-F7D3-A82E3EA08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In real-world decision systems, rules and constraints are not static — they evolve continuously as new information arrives.</a:t>
            </a:r>
          </a:p>
          <a:p>
            <a:pPr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However, most AI-driven pipelines treat memory as temporary context tied to individual prompts, forcing systems to reprocess or redeploy logic when change occurs.</a:t>
            </a:r>
          </a:p>
          <a:p>
            <a:pPr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Our key insight is that decision enforcement must be built on </a:t>
            </a:r>
            <a:r>
              <a:rPr lang="en-US" sz="2000" b="1" dirty="0"/>
              <a:t>persistent, evolving system state</a:t>
            </a:r>
            <a:r>
              <a:rPr lang="en-US" sz="2000" dirty="0"/>
              <a:t>, where memory updates incrementally and decisions react automatically to events as they happen.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00147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91EE-23CC-9312-A25A-72EB05FC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5504"/>
            <a:ext cx="10515600" cy="1325563"/>
          </a:xfrm>
        </p:spPr>
        <p:txBody>
          <a:bodyPr>
            <a:normAutofit/>
          </a:bodyPr>
          <a:lstStyle/>
          <a:p>
            <a:r>
              <a:rPr lang="en-IN" sz="3500" b="1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ED00D-7946-6614-26AF-CDD69F0E7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1067"/>
            <a:ext cx="10810461" cy="4866723"/>
          </a:xfrm>
        </p:spPr>
        <p:txBody>
          <a:bodyPr>
            <a:normAutofit fontScale="85000" lnSpcReduction="20000"/>
          </a:bodyPr>
          <a:lstStyle/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700" b="1" dirty="0"/>
              <a:t>OUR SYSTEM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We propose an autonomous, memory-driven decision enforcement layer that integrates with existing systems to apply evolving rules and constraints in real time.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The system continuously observes external updates, maintains persistent system state, and ensures that decisions always reflect the latest applicable rules without manual intervention.</a:t>
            </a:r>
            <a:endParaRPr lang="en-IN" sz="2400" b="1" dirty="0"/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700" b="1" dirty="0"/>
              <a:t>OUR SYSTEM RESPONSIBILITIES</a:t>
            </a:r>
            <a:endParaRPr lang="en-IN" sz="2700" b="1" dirty="0"/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Continuously monitors external rule and policy updates as live data streams.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Maintains long-term rule history and dynamically updates the active decision state.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Applies the current decision state instantly to incoming events and transactions.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700" b="1" dirty="0"/>
              <a:t>HUMANS ROLE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/>
              <a:t>Human operators act as auditors and supervisors, not decision executors.</a:t>
            </a:r>
          </a:p>
        </p:txBody>
      </p:sp>
    </p:spTree>
    <p:extLst>
      <p:ext uri="{BB962C8B-B14F-4D97-AF65-F5344CB8AC3E}">
        <p14:creationId xmlns:p14="http://schemas.microsoft.com/office/powerpoint/2010/main" val="58200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D670-48EB-9BD2-835D-E8FD4002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04"/>
            <a:ext cx="6503504" cy="1263478"/>
          </a:xfrm>
        </p:spPr>
        <p:txBody>
          <a:bodyPr>
            <a:normAutofit/>
          </a:bodyPr>
          <a:lstStyle/>
          <a:p>
            <a:r>
              <a:rPr lang="en-IN" sz="3500" b="1" dirty="0"/>
              <a:t>SYSTEM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5AAB4-3B00-EF6E-AF59-CDECE3D42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96" y="1086678"/>
            <a:ext cx="11436626" cy="577132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2D6FD1-251A-CF71-0C39-CF91C4077E0A}"/>
              </a:ext>
            </a:extLst>
          </p:cNvPr>
          <p:cNvSpPr/>
          <p:nvPr/>
        </p:nvSpPr>
        <p:spPr>
          <a:xfrm>
            <a:off x="896180" y="1493763"/>
            <a:ext cx="3435624" cy="6312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External Policy &amp; Rule Updates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EBA292-1563-A8A9-B1D3-2F73D4A0EA37}"/>
              </a:ext>
            </a:extLst>
          </p:cNvPr>
          <p:cNvSpPr/>
          <p:nvPr/>
        </p:nvSpPr>
        <p:spPr>
          <a:xfrm>
            <a:off x="6252542" y="1353753"/>
            <a:ext cx="3846442" cy="13868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Interpretation Layer</a:t>
            </a:r>
          </a:p>
          <a:p>
            <a:pPr algn="ctr"/>
            <a:r>
              <a:rPr lang="en-US" sz="2000" dirty="0"/>
              <a:t> (LLM-Assisted)</a:t>
            </a:r>
          </a:p>
          <a:p>
            <a:pPr algn="ctr"/>
            <a:r>
              <a:rPr lang="en-US" sz="2000" dirty="0"/>
              <a:t>• Converts unstructured updates</a:t>
            </a:r>
          </a:p>
          <a:p>
            <a:pPr algn="ctr"/>
            <a:r>
              <a:rPr lang="en-US" sz="2000" dirty="0"/>
              <a:t>• Outputs structured rules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59A997-7036-FED7-C423-93C1759861BC}"/>
              </a:ext>
            </a:extLst>
          </p:cNvPr>
          <p:cNvSpPr/>
          <p:nvPr/>
        </p:nvSpPr>
        <p:spPr>
          <a:xfrm>
            <a:off x="954160" y="2394787"/>
            <a:ext cx="3377644" cy="6312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Live System Events</a:t>
            </a:r>
          </a:p>
          <a:p>
            <a:pPr algn="ctr"/>
            <a:endParaRPr lang="en-IN" sz="2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5C7FB8-B3CB-C709-15CE-DF653384DF5D}"/>
              </a:ext>
            </a:extLst>
          </p:cNvPr>
          <p:cNvSpPr/>
          <p:nvPr/>
        </p:nvSpPr>
        <p:spPr>
          <a:xfrm>
            <a:off x="6252542" y="3232977"/>
            <a:ext cx="3846442" cy="125724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State &amp; Memory Engine (Pathway)</a:t>
            </a:r>
          </a:p>
          <a:p>
            <a:pPr algn="ctr"/>
            <a:r>
              <a:rPr lang="en-US" sz="2000" dirty="0"/>
              <a:t>• Long-Term Rule History</a:t>
            </a:r>
          </a:p>
          <a:p>
            <a:pPr algn="ctr"/>
            <a:r>
              <a:rPr lang="en-US" sz="2000" dirty="0"/>
              <a:t>• Active Decision State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5BE4C7-666A-3395-667C-36A04A5C1819}"/>
              </a:ext>
            </a:extLst>
          </p:cNvPr>
          <p:cNvSpPr/>
          <p:nvPr/>
        </p:nvSpPr>
        <p:spPr>
          <a:xfrm>
            <a:off x="4274657" y="6178791"/>
            <a:ext cx="2096328" cy="477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Allow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8C2B8B-9616-89E6-0949-560B45DECDC9}"/>
              </a:ext>
            </a:extLst>
          </p:cNvPr>
          <p:cNvSpPr/>
          <p:nvPr/>
        </p:nvSpPr>
        <p:spPr>
          <a:xfrm>
            <a:off x="6252542" y="4825909"/>
            <a:ext cx="3728831" cy="9454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Decision Enforcement Layer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9C171E-517A-1301-0494-5EB3E428D08C}"/>
              </a:ext>
            </a:extLst>
          </p:cNvPr>
          <p:cNvSpPr/>
          <p:nvPr/>
        </p:nvSpPr>
        <p:spPr>
          <a:xfrm>
            <a:off x="6780972" y="6165232"/>
            <a:ext cx="2096328" cy="5111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Block</a:t>
            </a:r>
            <a:r>
              <a:rPr lang="en-IN" dirty="0"/>
              <a:t>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4C41E8-9307-7762-E7B6-24F0FEBF2641}"/>
              </a:ext>
            </a:extLst>
          </p:cNvPr>
          <p:cNvSpPr/>
          <p:nvPr/>
        </p:nvSpPr>
        <p:spPr>
          <a:xfrm>
            <a:off x="9287287" y="6190251"/>
            <a:ext cx="2096328" cy="477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Flag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EFB4FD-9A3B-1CF3-504F-35AC4C4EB01C}"/>
              </a:ext>
            </a:extLst>
          </p:cNvPr>
          <p:cNvCxnSpPr>
            <a:cxnSpLocks/>
          </p:cNvCxnSpPr>
          <p:nvPr/>
        </p:nvCxnSpPr>
        <p:spPr>
          <a:xfrm>
            <a:off x="4576557" y="1809390"/>
            <a:ext cx="1519444" cy="2896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0A5749-5FD0-32F7-001F-A099B8AD3F5B}"/>
              </a:ext>
            </a:extLst>
          </p:cNvPr>
          <p:cNvCxnSpPr>
            <a:cxnSpLocks/>
          </p:cNvCxnSpPr>
          <p:nvPr/>
        </p:nvCxnSpPr>
        <p:spPr>
          <a:xfrm>
            <a:off x="8097077" y="2740624"/>
            <a:ext cx="0" cy="4931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A9005B-5A48-B76F-1D82-380E2D15CDAB}"/>
              </a:ext>
            </a:extLst>
          </p:cNvPr>
          <p:cNvCxnSpPr>
            <a:cxnSpLocks/>
          </p:cNvCxnSpPr>
          <p:nvPr/>
        </p:nvCxnSpPr>
        <p:spPr>
          <a:xfrm flipH="1">
            <a:off x="5966587" y="5836923"/>
            <a:ext cx="808796" cy="29881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BBEFB9-8066-DCE7-7D4A-CEC2F9ADED44}"/>
              </a:ext>
            </a:extLst>
          </p:cNvPr>
          <p:cNvCxnSpPr>
            <a:cxnSpLocks/>
          </p:cNvCxnSpPr>
          <p:nvPr/>
        </p:nvCxnSpPr>
        <p:spPr>
          <a:xfrm flipV="1">
            <a:off x="4576557" y="2394787"/>
            <a:ext cx="1519444" cy="3188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B6E5EC5-3030-4663-B050-4AA89A390291}"/>
              </a:ext>
            </a:extLst>
          </p:cNvPr>
          <p:cNvCxnSpPr>
            <a:cxnSpLocks/>
          </p:cNvCxnSpPr>
          <p:nvPr/>
        </p:nvCxnSpPr>
        <p:spPr>
          <a:xfrm>
            <a:off x="8097077" y="4490219"/>
            <a:ext cx="0" cy="33569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9C2B5B-0E20-207A-9A28-C6115D0D7644}"/>
              </a:ext>
            </a:extLst>
          </p:cNvPr>
          <p:cNvCxnSpPr>
            <a:cxnSpLocks/>
          </p:cNvCxnSpPr>
          <p:nvPr/>
        </p:nvCxnSpPr>
        <p:spPr>
          <a:xfrm>
            <a:off x="8097077" y="5836923"/>
            <a:ext cx="0" cy="3607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1BD94A-359D-FDDC-4ABD-5E0C2E24F35F}"/>
              </a:ext>
            </a:extLst>
          </p:cNvPr>
          <p:cNvCxnSpPr>
            <a:cxnSpLocks/>
          </p:cNvCxnSpPr>
          <p:nvPr/>
        </p:nvCxnSpPr>
        <p:spPr>
          <a:xfrm>
            <a:off x="9569724" y="5822481"/>
            <a:ext cx="653089" cy="35043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55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2B66-A5C2-24E1-9399-26A92A89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672"/>
            <a:ext cx="10515600" cy="1325563"/>
          </a:xfrm>
        </p:spPr>
        <p:txBody>
          <a:bodyPr>
            <a:normAutofit/>
          </a:bodyPr>
          <a:lstStyle/>
          <a:p>
            <a:r>
              <a:rPr lang="en-IN" sz="3500" b="1" dirty="0"/>
              <a:t>AGENT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B8B5C-5E2A-16A9-DF46-2BF158B76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6678"/>
            <a:ext cx="10515600" cy="5090285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D872AB-F0DB-5042-C857-DD3C0DF4F697}"/>
              </a:ext>
            </a:extLst>
          </p:cNvPr>
          <p:cNvSpPr/>
          <p:nvPr/>
        </p:nvSpPr>
        <p:spPr>
          <a:xfrm>
            <a:off x="838199" y="1113528"/>
            <a:ext cx="3790121" cy="84813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Policy Listener Agent Detects </a:t>
            </a:r>
          </a:p>
          <a:p>
            <a:pPr algn="ctr"/>
            <a:r>
              <a:rPr lang="en-IN" sz="2000" dirty="0"/>
              <a:t>rule/ policy changes as events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89F956-2116-C126-FD26-5CD05F3EFD17}"/>
              </a:ext>
            </a:extLst>
          </p:cNvPr>
          <p:cNvSpPr/>
          <p:nvPr/>
        </p:nvSpPr>
        <p:spPr>
          <a:xfrm>
            <a:off x="838199" y="2381388"/>
            <a:ext cx="3790122" cy="918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Policy-to-Rule Interpreter</a:t>
            </a:r>
          </a:p>
          <a:p>
            <a:pPr algn="ctr"/>
            <a:r>
              <a:rPr lang="en-IN" sz="2000" dirty="0"/>
              <a:t>(LLM-Assisted)</a:t>
            </a:r>
          </a:p>
          <a:p>
            <a:pPr algn="ctr"/>
            <a:r>
              <a:rPr lang="en-IN" sz="2000" dirty="0"/>
              <a:t>Converts text to rules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ACB65C-FE34-EE92-25A1-EC444050CB11}"/>
              </a:ext>
            </a:extLst>
          </p:cNvPr>
          <p:cNvSpPr/>
          <p:nvPr/>
        </p:nvSpPr>
        <p:spPr>
          <a:xfrm>
            <a:off x="6334539" y="1840309"/>
            <a:ext cx="3856383" cy="8602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Memory Synchronization Agent(Pathway)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C19653-57BC-2CD5-B48B-BF22B42D8D75}"/>
              </a:ext>
            </a:extLst>
          </p:cNvPr>
          <p:cNvSpPr/>
          <p:nvPr/>
        </p:nvSpPr>
        <p:spPr>
          <a:xfrm>
            <a:off x="6368085" y="3097523"/>
            <a:ext cx="3790122" cy="6629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Transaction Monitoring Agent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A5FEA8-AAB0-B83A-2787-820D9550BA13}"/>
              </a:ext>
            </a:extLst>
          </p:cNvPr>
          <p:cNvSpPr/>
          <p:nvPr/>
        </p:nvSpPr>
        <p:spPr>
          <a:xfrm>
            <a:off x="6368085" y="4242410"/>
            <a:ext cx="3790122" cy="6629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Enforcement &amp; Decision Agent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AC369D-1789-42AD-91C0-A6C0314AC8E9}"/>
              </a:ext>
            </a:extLst>
          </p:cNvPr>
          <p:cNvSpPr/>
          <p:nvPr/>
        </p:nvSpPr>
        <p:spPr>
          <a:xfrm>
            <a:off x="6400800" y="5302006"/>
            <a:ext cx="3790122" cy="6629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Audit &amp; Explainability Agent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7AA98B-FF29-ACA7-6E04-32AAD5CFEE63}"/>
              </a:ext>
            </a:extLst>
          </p:cNvPr>
          <p:cNvCxnSpPr>
            <a:cxnSpLocks/>
          </p:cNvCxnSpPr>
          <p:nvPr/>
        </p:nvCxnSpPr>
        <p:spPr>
          <a:xfrm>
            <a:off x="4675120" y="1787232"/>
            <a:ext cx="1519444" cy="2896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B9A60-FAC9-D2FA-8346-856DD3732982}"/>
              </a:ext>
            </a:extLst>
          </p:cNvPr>
          <p:cNvCxnSpPr>
            <a:cxnSpLocks/>
          </p:cNvCxnSpPr>
          <p:nvPr/>
        </p:nvCxnSpPr>
        <p:spPr>
          <a:xfrm flipV="1">
            <a:off x="4702035" y="2412241"/>
            <a:ext cx="1492529" cy="4154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6F0407-29E2-6576-3FAA-F2469BEB8ADF}"/>
              </a:ext>
            </a:extLst>
          </p:cNvPr>
          <p:cNvCxnSpPr>
            <a:cxnSpLocks/>
          </p:cNvCxnSpPr>
          <p:nvPr/>
        </p:nvCxnSpPr>
        <p:spPr>
          <a:xfrm>
            <a:off x="8236849" y="2700881"/>
            <a:ext cx="0" cy="39664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8A5990-9AA3-EC3C-9C3A-7E8FDCAB3607}"/>
              </a:ext>
            </a:extLst>
          </p:cNvPr>
          <p:cNvCxnSpPr>
            <a:cxnSpLocks/>
          </p:cNvCxnSpPr>
          <p:nvPr/>
        </p:nvCxnSpPr>
        <p:spPr>
          <a:xfrm>
            <a:off x="8236849" y="3834927"/>
            <a:ext cx="0" cy="40748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C61EAA-E18B-1A39-1153-669D9460BD5A}"/>
              </a:ext>
            </a:extLst>
          </p:cNvPr>
          <p:cNvCxnSpPr>
            <a:cxnSpLocks/>
          </p:cNvCxnSpPr>
          <p:nvPr/>
        </p:nvCxnSpPr>
        <p:spPr>
          <a:xfrm>
            <a:off x="8236849" y="4905364"/>
            <a:ext cx="0" cy="39664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49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88B5-2422-6A5D-2703-04692B1FD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/>
              <a:t>TWO – LAYER MEMORY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76E5-01EA-1C44-A99F-493B5EC3B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504"/>
            <a:ext cx="10515600" cy="4626459"/>
          </a:xfrm>
        </p:spPr>
        <p:txBody>
          <a:bodyPr>
            <a:normAutofit/>
          </a:bodyPr>
          <a:lstStyle/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300" b="1" dirty="0"/>
              <a:t>LONG – TERM MEMORY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/>
              <a:t>Persistent rule history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/>
              <a:t>Versioned policy evolution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/>
              <a:t>Audit &amp; traceability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300" b="1" dirty="0"/>
              <a:t>ACTIVE MEMORY 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/>
              <a:t>Currently enforced rules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/>
              <a:t>Time – aware validity 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/>
              <a:t>Instant reconfiguration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/>
              <a:t>Long-term memory grows, active memory adapts.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231209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DD40-695E-9140-5500-41423EB0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575"/>
            <a:ext cx="6304722" cy="912503"/>
          </a:xfrm>
        </p:spPr>
        <p:txBody>
          <a:bodyPr>
            <a:normAutofit/>
          </a:bodyPr>
          <a:lstStyle/>
          <a:p>
            <a:r>
              <a:rPr lang="en-IN" sz="3500" b="1" dirty="0"/>
              <a:t>REAL – TIME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E4B8F-6629-142A-FD14-1466B003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1672"/>
            <a:ext cx="10515600" cy="560815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E38157-A4D0-00DA-77B8-805F3A1B02C2}"/>
              </a:ext>
            </a:extLst>
          </p:cNvPr>
          <p:cNvSpPr/>
          <p:nvPr/>
        </p:nvSpPr>
        <p:spPr>
          <a:xfrm>
            <a:off x="3816626" y="2202660"/>
            <a:ext cx="3631096" cy="7288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Update detected and interpreted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8D10B0-F35B-2C51-AE0C-BADD5065CD4A}"/>
              </a:ext>
            </a:extLst>
          </p:cNvPr>
          <p:cNvSpPr/>
          <p:nvPr/>
        </p:nvSpPr>
        <p:spPr>
          <a:xfrm>
            <a:off x="3816626" y="3295964"/>
            <a:ext cx="3631096" cy="7288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Active decision state updated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72AB72-C215-F9AB-E3A1-30F1BEBC6233}"/>
              </a:ext>
            </a:extLst>
          </p:cNvPr>
          <p:cNvSpPr/>
          <p:nvPr/>
        </p:nvSpPr>
        <p:spPr>
          <a:xfrm>
            <a:off x="3816626" y="4410134"/>
            <a:ext cx="3631096" cy="7288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Incoming event evaluated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53AA4E-81C8-64D4-2F0A-E702883FB9BF}"/>
              </a:ext>
            </a:extLst>
          </p:cNvPr>
          <p:cNvSpPr/>
          <p:nvPr/>
        </p:nvSpPr>
        <p:spPr>
          <a:xfrm>
            <a:off x="3816626" y="1142104"/>
            <a:ext cx="3631096" cy="7288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External rule update published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E06F59-8E9E-E576-83CD-65DADAED0C5D}"/>
              </a:ext>
            </a:extLst>
          </p:cNvPr>
          <p:cNvSpPr/>
          <p:nvPr/>
        </p:nvSpPr>
        <p:spPr>
          <a:xfrm>
            <a:off x="3816626" y="5500035"/>
            <a:ext cx="3631096" cy="7288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 Enforcement action applied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8E9FEA-BCB9-46A4-E6DE-FEA4E39682E9}"/>
              </a:ext>
            </a:extLst>
          </p:cNvPr>
          <p:cNvCxnSpPr>
            <a:cxnSpLocks/>
          </p:cNvCxnSpPr>
          <p:nvPr/>
        </p:nvCxnSpPr>
        <p:spPr>
          <a:xfrm>
            <a:off x="5480396" y="5168348"/>
            <a:ext cx="0" cy="3316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DA7EAB-7D23-C026-22C8-3299E9879B52}"/>
              </a:ext>
            </a:extLst>
          </p:cNvPr>
          <p:cNvCxnSpPr>
            <a:cxnSpLocks/>
          </p:cNvCxnSpPr>
          <p:nvPr/>
        </p:nvCxnSpPr>
        <p:spPr>
          <a:xfrm>
            <a:off x="5454514" y="4078447"/>
            <a:ext cx="0" cy="3316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64879E-D484-DCCC-561A-4C539F07E729}"/>
              </a:ext>
            </a:extLst>
          </p:cNvPr>
          <p:cNvCxnSpPr>
            <a:cxnSpLocks/>
          </p:cNvCxnSpPr>
          <p:nvPr/>
        </p:nvCxnSpPr>
        <p:spPr>
          <a:xfrm>
            <a:off x="5454514" y="2964277"/>
            <a:ext cx="0" cy="3316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13C348-FA94-90F6-EA6A-E515AC3AE538}"/>
              </a:ext>
            </a:extLst>
          </p:cNvPr>
          <p:cNvCxnSpPr>
            <a:cxnSpLocks/>
          </p:cNvCxnSpPr>
          <p:nvPr/>
        </p:nvCxnSpPr>
        <p:spPr>
          <a:xfrm>
            <a:off x="5454514" y="1870973"/>
            <a:ext cx="0" cy="3316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7FAA78-7DAC-C0DA-B9B5-B9074DFF47EF}"/>
              </a:ext>
            </a:extLst>
          </p:cNvPr>
          <p:cNvSpPr/>
          <p:nvPr/>
        </p:nvSpPr>
        <p:spPr>
          <a:xfrm>
            <a:off x="2968487" y="1213782"/>
            <a:ext cx="702365" cy="5855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419CD67-9C8A-B4B0-DEB3-34A28B5113E1}"/>
              </a:ext>
            </a:extLst>
          </p:cNvPr>
          <p:cNvSpPr/>
          <p:nvPr/>
        </p:nvSpPr>
        <p:spPr>
          <a:xfrm>
            <a:off x="2968487" y="2202660"/>
            <a:ext cx="702365" cy="5855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T+1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92CEED3-8F17-D0CF-5BAA-240EDBB6375D}"/>
              </a:ext>
            </a:extLst>
          </p:cNvPr>
          <p:cNvSpPr/>
          <p:nvPr/>
        </p:nvSpPr>
        <p:spPr>
          <a:xfrm>
            <a:off x="2968487" y="3331513"/>
            <a:ext cx="702365" cy="5855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T+2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EA24538-69CC-73DF-D0BF-5B8D7A1FE29D}"/>
              </a:ext>
            </a:extLst>
          </p:cNvPr>
          <p:cNvSpPr/>
          <p:nvPr/>
        </p:nvSpPr>
        <p:spPr>
          <a:xfrm>
            <a:off x="2968487" y="4481812"/>
            <a:ext cx="702365" cy="5855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T+3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BE871E-E515-1243-184F-4E14D344AEDC}"/>
              </a:ext>
            </a:extLst>
          </p:cNvPr>
          <p:cNvSpPr/>
          <p:nvPr/>
        </p:nvSpPr>
        <p:spPr>
          <a:xfrm>
            <a:off x="2968487" y="5610665"/>
            <a:ext cx="702365" cy="5855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T+4</a:t>
            </a:r>
          </a:p>
        </p:txBody>
      </p:sp>
    </p:spTree>
    <p:extLst>
      <p:ext uri="{BB962C8B-B14F-4D97-AF65-F5344CB8AC3E}">
        <p14:creationId xmlns:p14="http://schemas.microsoft.com/office/powerpoint/2010/main" val="44482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5D9E-4FD1-110D-1C93-761F80DB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/>
              <a:t>WHY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2318-E5F9-CA78-F6F9-1D0D8304D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The system operates on continuously changing inputs, requiring native streaming rather than batch processing.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Decision logic must preserve and evolve state across time, which stateless prompt execution cannot support.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 Rule updates should trigger only incremental recomputation, not full pipeline reprocessing.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Compliance enforcement requires deterministic and auditable behavior beyond prompt-based AI.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5418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904B-9544-010D-92A4-22D485F6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/>
              <a:t>IMPACT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25A6-F99A-B437-A190-E32AC3C9E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>
              <a:lnSpc>
                <a:spcPct val="125000"/>
              </a:lnSpc>
              <a:spcBef>
                <a:spcPts val="0"/>
              </a:spcBef>
              <a:buNone/>
            </a:pPr>
            <a:r>
              <a:rPr lang="en-IN" sz="2500" b="1" dirty="0"/>
              <a:t>OPERATIONAL IMPACT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Eliminates lag between rule updates and enforcement  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Reduces risk caused by delayed or manual compliance  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Enables fully automated, always-on decision enforcement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230400" indent="-2304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2500" b="1" dirty="0"/>
              <a:t>SCALABILITY &amp; GENERALIZATION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Integrates as a decision layer over existing systems  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Applicable to any rule-driven, compliance-critical domain  </a:t>
            </a:r>
          </a:p>
          <a:p>
            <a:pPr marL="230400" indent="-230400">
              <a:lnSpc>
                <a:spcPct val="125000"/>
              </a:lnSpc>
              <a:spcBef>
                <a:spcPts val="0"/>
              </a:spcBef>
            </a:pPr>
            <a:r>
              <a:rPr lang="en-US" sz="2000" dirty="0"/>
              <a:t>Scales across institutions without redesigning workflows</a:t>
            </a:r>
          </a:p>
          <a:p>
            <a:pPr marL="0" indent="0">
              <a:buNone/>
            </a:pPr>
            <a:endParaRPr lang="en-US" sz="2500" b="1" dirty="0"/>
          </a:p>
          <a:p>
            <a:pPr marL="0" indent="0">
              <a:buNone/>
            </a:pP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446634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652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Autonomous Real-Time Compliance &amp; Decision Engine</vt:lpstr>
      <vt:lpstr>The Real-Time Decision Lag Problem</vt:lpstr>
      <vt:lpstr>WHY CURRENT AI FAILS</vt:lpstr>
      <vt:lpstr>KEY INSIGHTS</vt:lpstr>
      <vt:lpstr>SOLUTION OVERVIEW</vt:lpstr>
      <vt:lpstr>SYSTEM ARCHITECTURE </vt:lpstr>
      <vt:lpstr>AGENT FLOW </vt:lpstr>
      <vt:lpstr>TWO – LAYER MEMORY MODEL</vt:lpstr>
      <vt:lpstr>REAL – TIME WORKFLOW</vt:lpstr>
      <vt:lpstr>WHY PATHWAY</vt:lpstr>
      <vt:lpstr>IMPACT &amp; SCALABILITY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Arul Murugan</dc:creator>
  <cp:lastModifiedBy>Arul Murugan</cp:lastModifiedBy>
  <cp:revision>1</cp:revision>
  <dcterms:created xsi:type="dcterms:W3CDTF">2025-12-27T13:40:35Z</dcterms:created>
  <dcterms:modified xsi:type="dcterms:W3CDTF">2025-12-27T15:28:16Z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